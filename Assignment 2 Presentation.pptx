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6DE62-F35E-4480-8A58-5C4423B53FAC}" v="55" dt="2026-01-26T01:08:06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Friedman" userId="205a31bf-3e6e-4e31-ad8b-915d64c31d93" providerId="ADAL" clId="{6FD7E414-317F-414B-B741-F6920D8E27E0}"/>
    <pc:docChg chg="undo custSel addSld delSld modSld">
      <pc:chgData name="Evan Friedman" userId="205a31bf-3e6e-4e31-ad8b-915d64c31d93" providerId="ADAL" clId="{6FD7E414-317F-414B-B741-F6920D8E27E0}" dt="2026-01-26T01:21:20.244" v="3884" actId="47"/>
      <pc:docMkLst>
        <pc:docMk/>
      </pc:docMkLst>
      <pc:sldChg chg="addSp delSp modSp del mod setBg">
        <pc:chgData name="Evan Friedman" userId="205a31bf-3e6e-4e31-ad8b-915d64c31d93" providerId="ADAL" clId="{6FD7E414-317F-414B-B741-F6920D8E27E0}" dt="2026-01-26T01:21:20.244" v="3884" actId="47"/>
        <pc:sldMkLst>
          <pc:docMk/>
          <pc:sldMk cId="1156419838" sldId="256"/>
        </pc:sldMkLst>
        <pc:spChg chg="mod">
          <ac:chgData name="Evan Friedman" userId="205a31bf-3e6e-4e31-ad8b-915d64c31d93" providerId="ADAL" clId="{6FD7E414-317F-414B-B741-F6920D8E27E0}" dt="2026-01-26T01:21:05.587" v="3883" actId="20577"/>
          <ac:spMkLst>
            <pc:docMk/>
            <pc:sldMk cId="1156419838" sldId="256"/>
            <ac:spMk id="2" creationId="{DE9D56E8-E447-CB43-EF42-4DB122D5BB07}"/>
          </ac:spMkLst>
        </pc:spChg>
        <pc:spChg chg="mod">
          <ac:chgData name="Evan Friedman" userId="205a31bf-3e6e-4e31-ad8b-915d64c31d93" providerId="ADAL" clId="{6FD7E414-317F-414B-B741-F6920D8E27E0}" dt="2026-01-25T23:08:49.928" v="307" actId="26606"/>
          <ac:spMkLst>
            <pc:docMk/>
            <pc:sldMk cId="1156419838" sldId="256"/>
            <ac:spMk id="3" creationId="{8C7AD303-C928-F6E3-C9CD-91B720E3EF33}"/>
          </ac:spMkLst>
        </pc:spChg>
        <pc:spChg chg="add del">
          <ac:chgData name="Evan Friedman" userId="205a31bf-3e6e-4e31-ad8b-915d64c31d93" providerId="ADAL" clId="{6FD7E414-317F-414B-B741-F6920D8E27E0}" dt="2026-01-25T23:08:49.928" v="307" actId="26606"/>
          <ac:spMkLst>
            <pc:docMk/>
            <pc:sldMk cId="1156419838" sldId="256"/>
            <ac:spMk id="8" creationId="{FFD48BC7-DC40-47DE-87EE-9F4B6ECB9ABB}"/>
          </ac:spMkLst>
        </pc:spChg>
        <pc:spChg chg="add del">
          <ac:chgData name="Evan Friedman" userId="205a31bf-3e6e-4e31-ad8b-915d64c31d93" providerId="ADAL" clId="{6FD7E414-317F-414B-B741-F6920D8E27E0}" dt="2026-01-25T23:08:49.928" v="307" actId="26606"/>
          <ac:spMkLst>
            <pc:docMk/>
            <pc:sldMk cId="1156419838" sldId="256"/>
            <ac:spMk id="10" creationId="{E502BBC7-2C76-46F3-BC24-5985BC13DB88}"/>
          </ac:spMkLst>
        </pc:spChg>
        <pc:spChg chg="add del">
          <ac:chgData name="Evan Friedman" userId="205a31bf-3e6e-4e31-ad8b-915d64c31d93" providerId="ADAL" clId="{6FD7E414-317F-414B-B741-F6920D8E27E0}" dt="2026-01-25T23:08:49.928" v="307" actId="26606"/>
          <ac:spMkLst>
            <pc:docMk/>
            <pc:sldMk cId="1156419838" sldId="256"/>
            <ac:spMk id="12" creationId="{C7F28D52-2A5F-4D23-81AE-7CB8B591C7AF}"/>
          </ac:spMkLst>
        </pc:spChg>
        <pc:spChg chg="add del">
          <ac:chgData name="Evan Friedman" userId="205a31bf-3e6e-4e31-ad8b-915d64c31d93" providerId="ADAL" clId="{6FD7E414-317F-414B-B741-F6920D8E27E0}" dt="2026-01-25T23:08:49.928" v="307" actId="26606"/>
          <ac:spMkLst>
            <pc:docMk/>
            <pc:sldMk cId="1156419838" sldId="256"/>
            <ac:spMk id="14" creationId="{3629484E-3792-4B3D-89AD-7C8A1ED0E0D4}"/>
          </ac:spMkLst>
        </pc:spChg>
      </pc:sldChg>
      <pc:sldChg chg="addSp delSp modSp new add del mod setBg">
        <pc:chgData name="Evan Friedman" userId="205a31bf-3e6e-4e31-ad8b-915d64c31d93" providerId="ADAL" clId="{6FD7E414-317F-414B-B741-F6920D8E27E0}" dt="2026-01-26T00:34:22.151" v="2383" actId="1076"/>
        <pc:sldMkLst>
          <pc:docMk/>
          <pc:sldMk cId="736625682" sldId="257"/>
        </pc:sldMkLst>
        <pc:spChg chg="mod ord">
          <ac:chgData name="Evan Friedman" userId="205a31bf-3e6e-4e31-ad8b-915d64c31d93" providerId="ADAL" clId="{6FD7E414-317F-414B-B741-F6920D8E27E0}" dt="2026-01-26T00:01:53.406" v="1467" actId="20577"/>
          <ac:spMkLst>
            <pc:docMk/>
            <pc:sldMk cId="736625682" sldId="257"/>
            <ac:spMk id="2" creationId="{316A5881-EB71-CF38-D107-CF657D7A4AB6}"/>
          </ac:spMkLst>
        </pc:spChg>
        <pc:spChg chg="del">
          <ac:chgData name="Evan Friedman" userId="205a31bf-3e6e-4e31-ad8b-915d64c31d93" providerId="ADAL" clId="{6FD7E414-317F-414B-B741-F6920D8E27E0}" dt="2026-01-25T22:57:49.021" v="270" actId="931"/>
          <ac:spMkLst>
            <pc:docMk/>
            <pc:sldMk cId="736625682" sldId="257"/>
            <ac:spMk id="3" creationId="{9E529D8D-DFD1-73FB-FC36-15C434B67959}"/>
          </ac:spMkLst>
        </pc:spChg>
        <pc:spChg chg="add del mod">
          <ac:chgData name="Evan Friedman" userId="205a31bf-3e6e-4e31-ad8b-915d64c31d93" providerId="ADAL" clId="{6FD7E414-317F-414B-B741-F6920D8E27E0}" dt="2026-01-25T23:09:00.488" v="310" actId="931"/>
          <ac:spMkLst>
            <pc:docMk/>
            <pc:sldMk cId="736625682" sldId="257"/>
            <ac:spMk id="7" creationId="{E997C044-A326-E6D3-51C7-48E613267B10}"/>
          </ac:spMkLst>
        </pc:spChg>
        <pc:spChg chg="add del">
          <ac:chgData name="Evan Friedman" userId="205a31bf-3e6e-4e31-ad8b-915d64c31d93" providerId="ADAL" clId="{6FD7E414-317F-414B-B741-F6920D8E27E0}" dt="2026-01-25T23:08:50.862" v="309" actId="26606"/>
          <ac:spMkLst>
            <pc:docMk/>
            <pc:sldMk cId="736625682" sldId="257"/>
            <ac:spMk id="13" creationId="{6F828D28-8E09-41CC-8229-3070B5467A96}"/>
          </ac:spMkLst>
        </pc:spChg>
        <pc:spChg chg="add del">
          <ac:chgData name="Evan Friedman" userId="205a31bf-3e6e-4e31-ad8b-915d64c31d93" providerId="ADAL" clId="{6FD7E414-317F-414B-B741-F6920D8E27E0}" dt="2026-01-25T23:08:50.862" v="309" actId="26606"/>
          <ac:spMkLst>
            <pc:docMk/>
            <pc:sldMk cId="736625682" sldId="257"/>
            <ac:spMk id="15" creationId="{D5B012D8-7F27-4758-9AC6-C889B154BD73}"/>
          </ac:spMkLst>
        </pc:spChg>
        <pc:spChg chg="add del">
          <ac:chgData name="Evan Friedman" userId="205a31bf-3e6e-4e31-ad8b-915d64c31d93" providerId="ADAL" clId="{6FD7E414-317F-414B-B741-F6920D8E27E0}" dt="2026-01-25T23:08:50.862" v="309" actId="26606"/>
          <ac:spMkLst>
            <pc:docMk/>
            <pc:sldMk cId="736625682" sldId="257"/>
            <ac:spMk id="17" creationId="{4063B759-00FC-46D1-9898-8E8625268FAF}"/>
          </ac:spMkLst>
        </pc:spChg>
        <pc:spChg chg="add del">
          <ac:chgData name="Evan Friedman" userId="205a31bf-3e6e-4e31-ad8b-915d64c31d93" providerId="ADAL" clId="{6FD7E414-317F-414B-B741-F6920D8E27E0}" dt="2026-01-25T23:17:56.450" v="572" actId="26606"/>
          <ac:spMkLst>
            <pc:docMk/>
            <pc:sldMk cId="736625682" sldId="257"/>
            <ac:spMk id="21" creationId="{99ED5833-B85B-4103-8A3B-CAB0308E6C15}"/>
          </ac:spMkLst>
        </pc:spChg>
        <pc:spChg chg="add del">
          <ac:chgData name="Evan Friedman" userId="205a31bf-3e6e-4e31-ad8b-915d64c31d93" providerId="ADAL" clId="{6FD7E414-317F-414B-B741-F6920D8E27E0}" dt="2026-01-25T23:08:50.263" v="308" actId="26606"/>
          <ac:spMkLst>
            <pc:docMk/>
            <pc:sldMk cId="736625682" sldId="257"/>
            <ac:spMk id="22" creationId="{E91DC736-0EF8-4F87-9146-EBF1D2EE4D3D}"/>
          </ac:spMkLst>
        </pc:spChg>
        <pc:spChg chg="add del">
          <ac:chgData name="Evan Friedman" userId="205a31bf-3e6e-4e31-ad8b-915d64c31d93" providerId="ADAL" clId="{6FD7E414-317F-414B-B741-F6920D8E27E0}" dt="2026-01-25T23:08:50.263" v="308" actId="26606"/>
          <ac:spMkLst>
            <pc:docMk/>
            <pc:sldMk cId="736625682" sldId="257"/>
            <ac:spMk id="24" creationId="{097CD68E-23E3-4007-8847-CD0944C4F7BE}"/>
          </ac:spMkLst>
        </pc:spChg>
        <pc:spChg chg="add del">
          <ac:chgData name="Evan Friedman" userId="205a31bf-3e6e-4e31-ad8b-915d64c31d93" providerId="ADAL" clId="{6FD7E414-317F-414B-B741-F6920D8E27E0}" dt="2026-01-25T23:16:20.997" v="557" actId="26606"/>
          <ac:spMkLst>
            <pc:docMk/>
            <pc:sldMk cId="736625682" sldId="257"/>
            <ac:spMk id="25" creationId="{25549E48-55B4-43FA-96F3-A3F777E0F295}"/>
          </ac:spMkLst>
        </pc:spChg>
        <pc:spChg chg="add del">
          <ac:chgData name="Evan Friedman" userId="205a31bf-3e6e-4e31-ad8b-915d64c31d93" providerId="ADAL" clId="{6FD7E414-317F-414B-B741-F6920D8E27E0}" dt="2026-01-25T23:08:50.263" v="308" actId="26606"/>
          <ac:spMkLst>
            <pc:docMk/>
            <pc:sldMk cId="736625682" sldId="257"/>
            <ac:spMk id="26" creationId="{AF2F604E-43BE-4DC3-B983-E071523364F8}"/>
          </ac:spMkLst>
        </pc:spChg>
        <pc:spChg chg="add del">
          <ac:chgData name="Evan Friedman" userId="205a31bf-3e6e-4e31-ad8b-915d64c31d93" providerId="ADAL" clId="{6FD7E414-317F-414B-B741-F6920D8E27E0}" dt="2026-01-25T23:16:23.532" v="559" actId="26606"/>
          <ac:spMkLst>
            <pc:docMk/>
            <pc:sldMk cId="736625682" sldId="257"/>
            <ac:spMk id="27" creationId="{A98C8AEA-364E-7E5D-9452-3209998076E2}"/>
          </ac:spMkLst>
        </pc:spChg>
        <pc:spChg chg="add del">
          <ac:chgData name="Evan Friedman" userId="205a31bf-3e6e-4e31-ad8b-915d64c31d93" providerId="ADAL" clId="{6FD7E414-317F-414B-B741-F6920D8E27E0}" dt="2026-01-25T23:08:50.263" v="308" actId="26606"/>
          <ac:spMkLst>
            <pc:docMk/>
            <pc:sldMk cId="736625682" sldId="257"/>
            <ac:spMk id="28" creationId="{08C9B587-E65E-4B52-B37C-ABEBB6E87928}"/>
          </ac:spMkLst>
        </pc:spChg>
        <pc:spChg chg="add del">
          <ac:chgData name="Evan Friedman" userId="205a31bf-3e6e-4e31-ad8b-915d64c31d93" providerId="ADAL" clId="{6FD7E414-317F-414B-B741-F6920D8E27E0}" dt="2026-01-25T23:16:20.997" v="557" actId="26606"/>
          <ac:spMkLst>
            <pc:docMk/>
            <pc:sldMk cId="736625682" sldId="257"/>
            <ac:spMk id="30" creationId="{0ADDB668-2CA4-4D2B-9C34-3487CA330BA8}"/>
          </ac:spMkLst>
        </pc:spChg>
        <pc:spChg chg="add del">
          <ac:chgData name="Evan Friedman" userId="205a31bf-3e6e-4e31-ad8b-915d64c31d93" providerId="ADAL" clId="{6FD7E414-317F-414B-B741-F6920D8E27E0}" dt="2026-01-25T23:16:20.997" v="557" actId="26606"/>
          <ac:spMkLst>
            <pc:docMk/>
            <pc:sldMk cId="736625682" sldId="257"/>
            <ac:spMk id="32" creationId="{2568BC19-F052-4108-93E1-6A3D1DEC072F}"/>
          </ac:spMkLst>
        </pc:spChg>
        <pc:spChg chg="add del">
          <ac:chgData name="Evan Friedman" userId="205a31bf-3e6e-4e31-ad8b-915d64c31d93" providerId="ADAL" clId="{6FD7E414-317F-414B-B741-F6920D8E27E0}" dt="2026-01-25T23:17:56.445" v="571" actId="26606"/>
          <ac:spMkLst>
            <pc:docMk/>
            <pc:sldMk cId="736625682" sldId="257"/>
            <ac:spMk id="33" creationId="{614141FC-8189-47F8-821A-FC9A4E91E039}"/>
          </ac:spMkLst>
        </pc:spChg>
        <pc:spChg chg="add del">
          <ac:chgData name="Evan Friedman" userId="205a31bf-3e6e-4e31-ad8b-915d64c31d93" providerId="ADAL" clId="{6FD7E414-317F-414B-B741-F6920D8E27E0}" dt="2026-01-25T23:16:20.997" v="557" actId="26606"/>
          <ac:spMkLst>
            <pc:docMk/>
            <pc:sldMk cId="736625682" sldId="257"/>
            <ac:spMk id="34" creationId="{D5FD337D-4D6B-4C8B-B6F5-121097E09881}"/>
          </ac:spMkLst>
        </pc:spChg>
        <pc:spChg chg="add del">
          <ac:chgData name="Evan Friedman" userId="205a31bf-3e6e-4e31-ad8b-915d64c31d93" providerId="ADAL" clId="{6FD7E414-317F-414B-B741-F6920D8E27E0}" dt="2026-01-25T23:17:56.445" v="571" actId="26606"/>
          <ac:spMkLst>
            <pc:docMk/>
            <pc:sldMk cId="736625682" sldId="257"/>
            <ac:spMk id="35" creationId="{3F1FAACA-42A2-751E-E8C1-9206D347C94A}"/>
          </ac:spMkLst>
        </pc:spChg>
        <pc:spChg chg="add del">
          <ac:chgData name="Evan Friedman" userId="205a31bf-3e6e-4e31-ad8b-915d64c31d93" providerId="ADAL" clId="{6FD7E414-317F-414B-B741-F6920D8E27E0}" dt="2026-01-25T23:16:23.532" v="559" actId="26606"/>
          <ac:spMkLst>
            <pc:docMk/>
            <pc:sldMk cId="736625682" sldId="257"/>
            <ac:spMk id="36" creationId="{977038ED-F717-467A-8D75-D8441BB92668}"/>
          </ac:spMkLst>
        </pc:spChg>
        <pc:spChg chg="add del">
          <ac:chgData name="Evan Friedman" userId="205a31bf-3e6e-4e31-ad8b-915d64c31d93" providerId="ADAL" clId="{6FD7E414-317F-414B-B741-F6920D8E27E0}" dt="2026-01-25T23:16:23.532" v="559" actId="26606"/>
          <ac:spMkLst>
            <pc:docMk/>
            <pc:sldMk cId="736625682" sldId="257"/>
            <ac:spMk id="37" creationId="{59653884-08CE-4579-8A80-F00D55BF077F}"/>
          </ac:spMkLst>
        </pc:spChg>
        <pc:spChg chg="add del">
          <ac:chgData name="Evan Friedman" userId="205a31bf-3e6e-4e31-ad8b-915d64c31d93" providerId="ADAL" clId="{6FD7E414-317F-414B-B741-F6920D8E27E0}" dt="2026-01-25T23:16:23.532" v="559" actId="26606"/>
          <ac:spMkLst>
            <pc:docMk/>
            <pc:sldMk cId="736625682" sldId="257"/>
            <ac:spMk id="38" creationId="{720D4FAC-7B9A-4A4F-8E53-071522870B7B}"/>
          </ac:spMkLst>
        </pc:spChg>
        <pc:spChg chg="add del">
          <ac:chgData name="Evan Friedman" userId="205a31bf-3e6e-4e31-ad8b-915d64c31d93" providerId="ADAL" clId="{6FD7E414-317F-414B-B741-F6920D8E27E0}" dt="2026-01-25T23:16:23.532" v="559" actId="26606"/>
          <ac:spMkLst>
            <pc:docMk/>
            <pc:sldMk cId="736625682" sldId="257"/>
            <ac:spMk id="39" creationId="{EDD2A13B-608C-4BE1-AC1F-62B2DAF76BF7}"/>
          </ac:spMkLst>
        </pc:spChg>
        <pc:spChg chg="add del">
          <ac:chgData name="Evan Friedman" userId="205a31bf-3e6e-4e31-ad8b-915d64c31d93" providerId="ADAL" clId="{6FD7E414-317F-414B-B741-F6920D8E27E0}" dt="2026-01-25T23:17:56.445" v="571" actId="26606"/>
          <ac:spMkLst>
            <pc:docMk/>
            <pc:sldMk cId="736625682" sldId="257"/>
            <ac:spMk id="40" creationId="{C062E60F-5CD4-4268-8359-8076634680E5}"/>
          </ac:spMkLst>
        </pc:spChg>
        <pc:spChg chg="add del">
          <ac:chgData name="Evan Friedman" userId="205a31bf-3e6e-4e31-ad8b-915d64c31d93" providerId="ADAL" clId="{6FD7E414-317F-414B-B741-F6920D8E27E0}" dt="2026-01-25T23:16:42.646" v="561" actId="26606"/>
          <ac:spMkLst>
            <pc:docMk/>
            <pc:sldMk cId="736625682" sldId="257"/>
            <ac:spMk id="41" creationId="{0550F5B9-399F-4FAD-AE6C-ED65F9A43A74}"/>
          </ac:spMkLst>
        </pc:spChg>
        <pc:spChg chg="add del">
          <ac:chgData name="Evan Friedman" userId="205a31bf-3e6e-4e31-ad8b-915d64c31d93" providerId="ADAL" clId="{6FD7E414-317F-414B-B741-F6920D8E27E0}" dt="2026-01-25T23:16:42.646" v="561" actId="26606"/>
          <ac:spMkLst>
            <pc:docMk/>
            <pc:sldMk cId="736625682" sldId="257"/>
            <ac:spMk id="42" creationId="{C062E60F-5CD4-4268-8359-8076634680E5}"/>
          </ac:spMkLst>
        </pc:spChg>
        <pc:spChg chg="add del">
          <ac:chgData name="Evan Friedman" userId="205a31bf-3e6e-4e31-ad8b-915d64c31d93" providerId="ADAL" clId="{6FD7E414-317F-414B-B741-F6920D8E27E0}" dt="2026-01-25T23:16:42.646" v="561" actId="26606"/>
          <ac:spMkLst>
            <pc:docMk/>
            <pc:sldMk cId="736625682" sldId="257"/>
            <ac:spMk id="43" creationId="{BB341EC3-1810-4D33-BA3F-E2D0AA0ECFB6}"/>
          </ac:spMkLst>
        </pc:spChg>
        <pc:spChg chg="add del">
          <ac:chgData name="Evan Friedman" userId="205a31bf-3e6e-4e31-ad8b-915d64c31d93" providerId="ADAL" clId="{6FD7E414-317F-414B-B741-F6920D8E27E0}" dt="2026-01-25T23:16:42.646" v="561" actId="26606"/>
          <ac:spMkLst>
            <pc:docMk/>
            <pc:sldMk cId="736625682" sldId="257"/>
            <ac:spMk id="44" creationId="{10127CDE-2B99-47A8-BB3C-7D17519105E0}"/>
          </ac:spMkLst>
        </pc:spChg>
        <pc:spChg chg="add del">
          <ac:chgData name="Evan Friedman" userId="205a31bf-3e6e-4e31-ad8b-915d64c31d93" providerId="ADAL" clId="{6FD7E414-317F-414B-B741-F6920D8E27E0}" dt="2026-01-25T23:16:42.646" v="561" actId="26606"/>
          <ac:spMkLst>
            <pc:docMk/>
            <pc:sldMk cId="736625682" sldId="257"/>
            <ac:spMk id="45" creationId="{861D5C56-0CE0-E7E4-881D-2F11EC6A54CD}"/>
          </ac:spMkLst>
        </pc:spChg>
        <pc:spChg chg="add del">
          <ac:chgData name="Evan Friedman" userId="205a31bf-3e6e-4e31-ad8b-915d64c31d93" providerId="ADAL" clId="{6FD7E414-317F-414B-B741-F6920D8E27E0}" dt="2026-01-25T23:17:56.445" v="571" actId="26606"/>
          <ac:spMkLst>
            <pc:docMk/>
            <pc:sldMk cId="736625682" sldId="257"/>
            <ac:spMk id="46" creationId="{BB341EC3-1810-4D33-BA3F-E2D0AA0ECFB6}"/>
          </ac:spMkLst>
        </pc:spChg>
        <pc:spChg chg="add del">
          <ac:chgData name="Evan Friedman" userId="205a31bf-3e6e-4e31-ad8b-915d64c31d93" providerId="ADAL" clId="{6FD7E414-317F-414B-B741-F6920D8E27E0}" dt="2026-01-25T23:16:47.173" v="563" actId="26606"/>
          <ac:spMkLst>
            <pc:docMk/>
            <pc:sldMk cId="736625682" sldId="257"/>
            <ac:spMk id="47" creationId="{D75A5B51-0925-4835-8511-A0DD17EAA97C}"/>
          </ac:spMkLst>
        </pc:spChg>
        <pc:spChg chg="add del">
          <ac:chgData name="Evan Friedman" userId="205a31bf-3e6e-4e31-ad8b-915d64c31d93" providerId="ADAL" clId="{6FD7E414-317F-414B-B741-F6920D8E27E0}" dt="2026-01-25T23:16:47.173" v="563" actId="26606"/>
          <ac:spMkLst>
            <pc:docMk/>
            <pc:sldMk cId="736625682" sldId="257"/>
            <ac:spMk id="48" creationId="{5CDFD20D-8E4F-4E3A-AF87-93F23E0DBFB3}"/>
          </ac:spMkLst>
        </pc:spChg>
        <pc:spChg chg="add del">
          <ac:chgData name="Evan Friedman" userId="205a31bf-3e6e-4e31-ad8b-915d64c31d93" providerId="ADAL" clId="{6FD7E414-317F-414B-B741-F6920D8E27E0}" dt="2026-01-25T23:16:47.173" v="563" actId="26606"/>
          <ac:spMkLst>
            <pc:docMk/>
            <pc:sldMk cId="736625682" sldId="257"/>
            <ac:spMk id="49" creationId="{8BA171E1-AE12-FBEA-A410-835094626EDE}"/>
          </ac:spMkLst>
        </pc:spChg>
        <pc:spChg chg="add del">
          <ac:chgData name="Evan Friedman" userId="205a31bf-3e6e-4e31-ad8b-915d64c31d93" providerId="ADAL" clId="{6FD7E414-317F-414B-B741-F6920D8E27E0}" dt="2026-01-25T23:17:56.445" v="571" actId="26606"/>
          <ac:spMkLst>
            <pc:docMk/>
            <pc:sldMk cId="736625682" sldId="257"/>
            <ac:spMk id="50" creationId="{10127CDE-2B99-47A8-BB3C-7D17519105E0}"/>
          </ac:spMkLst>
        </pc:spChg>
        <pc:spChg chg="add">
          <ac:chgData name="Evan Friedman" userId="205a31bf-3e6e-4e31-ad8b-915d64c31d93" providerId="ADAL" clId="{6FD7E414-317F-414B-B741-F6920D8E27E0}" dt="2026-01-25T23:17:56.450" v="572" actId="26606"/>
          <ac:spMkLst>
            <pc:docMk/>
            <pc:sldMk cId="736625682" sldId="257"/>
            <ac:spMk id="52" creationId="{09C509D2-0C1A-47B8-89C1-D3AB17D45256}"/>
          </ac:spMkLst>
        </pc:spChg>
        <pc:spChg chg="add del mod">
          <ac:chgData name="Evan Friedman" userId="205a31bf-3e6e-4e31-ad8b-915d64c31d93" providerId="ADAL" clId="{6FD7E414-317F-414B-B741-F6920D8E27E0}" dt="2026-01-25T23:18:06.273" v="574" actId="478"/>
          <ac:spMkLst>
            <pc:docMk/>
            <pc:sldMk cId="736625682" sldId="257"/>
            <ac:spMk id="53" creationId="{88CB8A19-FBE2-D3B2-7C7B-FB00B1773541}"/>
          </ac:spMkLst>
        </pc:spChg>
        <pc:spChg chg="add mod">
          <ac:chgData name="Evan Friedman" userId="205a31bf-3e6e-4e31-ad8b-915d64c31d93" providerId="ADAL" clId="{6FD7E414-317F-414B-B741-F6920D8E27E0}" dt="2026-01-25T23:59:25.079" v="1442" actId="1076"/>
          <ac:spMkLst>
            <pc:docMk/>
            <pc:sldMk cId="736625682" sldId="257"/>
            <ac:spMk id="56" creationId="{59B60FFA-8B96-30E2-99B6-3A2C29A9DFB3}"/>
          </ac:spMkLst>
        </pc:spChg>
        <pc:spChg chg="add mod">
          <ac:chgData name="Evan Friedman" userId="205a31bf-3e6e-4e31-ad8b-915d64c31d93" providerId="ADAL" clId="{6FD7E414-317F-414B-B741-F6920D8E27E0}" dt="2026-01-26T00:02:20.570" v="1468" actId="1076"/>
          <ac:spMkLst>
            <pc:docMk/>
            <pc:sldMk cId="736625682" sldId="257"/>
            <ac:spMk id="58" creationId="{C28C88F7-DE13-90BA-3322-236CAE8C9B4E}"/>
          </ac:spMkLst>
        </pc:spChg>
        <pc:spChg chg="add del mod">
          <ac:chgData name="Evan Friedman" userId="205a31bf-3e6e-4e31-ad8b-915d64c31d93" providerId="ADAL" clId="{6FD7E414-317F-414B-B741-F6920D8E27E0}" dt="2026-01-25T23:56:25.649" v="1223"/>
          <ac:spMkLst>
            <pc:docMk/>
            <pc:sldMk cId="736625682" sldId="257"/>
            <ac:spMk id="65" creationId="{B7A4491A-EC14-6B25-EB88-46A9BB85D98B}"/>
          </ac:spMkLst>
        </pc:spChg>
        <pc:spChg chg="add del">
          <ac:chgData name="Evan Friedman" userId="205a31bf-3e6e-4e31-ad8b-915d64c31d93" providerId="ADAL" clId="{6FD7E414-317F-414B-B741-F6920D8E27E0}" dt="2026-01-25T23:56:35.905" v="1225" actId="22"/>
          <ac:spMkLst>
            <pc:docMk/>
            <pc:sldMk cId="736625682" sldId="257"/>
            <ac:spMk id="67" creationId="{B8D85E6A-0CE5-11D9-86C7-619CA456D3F1}"/>
          </ac:spMkLst>
        </pc:spChg>
        <pc:spChg chg="add mod">
          <ac:chgData name="Evan Friedman" userId="205a31bf-3e6e-4e31-ad8b-915d64c31d93" providerId="ADAL" clId="{6FD7E414-317F-414B-B741-F6920D8E27E0}" dt="2026-01-26T00:01:43.938" v="1463" actId="20577"/>
          <ac:spMkLst>
            <pc:docMk/>
            <pc:sldMk cId="736625682" sldId="257"/>
            <ac:spMk id="68" creationId="{2B95FC5F-3F32-406D-91DD-10B0AF5FE350}"/>
          </ac:spMkLst>
        </pc:spChg>
        <pc:picChg chg="add del mod">
          <ac:chgData name="Evan Friedman" userId="205a31bf-3e6e-4e31-ad8b-915d64c31d93" providerId="ADAL" clId="{6FD7E414-317F-414B-B741-F6920D8E27E0}" dt="2026-01-25T22:58:05.975" v="274" actId="478"/>
          <ac:picMkLst>
            <pc:docMk/>
            <pc:sldMk cId="736625682" sldId="257"/>
            <ac:picMk id="5" creationId="{DCC7A3A9-7D5C-701B-61E1-7DA30D3A97C5}"/>
          </ac:picMkLst>
        </pc:picChg>
        <pc:picChg chg="add del mod">
          <ac:chgData name="Evan Friedman" userId="205a31bf-3e6e-4e31-ad8b-915d64c31d93" providerId="ADAL" clId="{6FD7E414-317F-414B-B741-F6920D8E27E0}" dt="2026-01-25T23:08:50.862" v="309" actId="26606"/>
          <ac:picMkLst>
            <pc:docMk/>
            <pc:sldMk cId="736625682" sldId="257"/>
            <ac:picMk id="9" creationId="{4F919AF1-F2FB-2928-9E7A-7D23758950CB}"/>
          </ac:picMkLst>
        </pc:picChg>
        <pc:picChg chg="add mod">
          <ac:chgData name="Evan Friedman" userId="205a31bf-3e6e-4e31-ad8b-915d64c31d93" providerId="ADAL" clId="{6FD7E414-317F-414B-B741-F6920D8E27E0}" dt="2026-01-25T23:08:49.275" v="306" actId="1076"/>
          <ac:picMkLst>
            <pc:docMk/>
            <pc:sldMk cId="736625682" sldId="257"/>
            <ac:picMk id="10" creationId="{279E1A11-187A-F9C1-C32B-9017CC3D5F53}"/>
          </ac:picMkLst>
        </pc:picChg>
        <pc:picChg chg="add mod">
          <ac:chgData name="Evan Friedman" userId="205a31bf-3e6e-4e31-ad8b-915d64c31d93" providerId="ADAL" clId="{6FD7E414-317F-414B-B741-F6920D8E27E0}" dt="2026-01-25T23:08:48.091" v="302" actId="14100"/>
          <ac:picMkLst>
            <pc:docMk/>
            <pc:sldMk cId="736625682" sldId="257"/>
            <ac:picMk id="12" creationId="{D2E28FF8-B5C2-6B12-21E8-0FEC7EA85643}"/>
          </ac:picMkLst>
        </pc:picChg>
        <pc:picChg chg="add del mod ord">
          <ac:chgData name="Evan Friedman" userId="205a31bf-3e6e-4e31-ad8b-915d64c31d93" providerId="ADAL" clId="{6FD7E414-317F-414B-B741-F6920D8E27E0}" dt="2026-01-25T23:18:37.218" v="584" actId="478"/>
          <ac:picMkLst>
            <pc:docMk/>
            <pc:sldMk cId="736625682" sldId="257"/>
            <ac:picMk id="16" creationId="{4CB676D4-04D0-6BE3-243B-CCF27A29B42A}"/>
          </ac:picMkLst>
        </pc:picChg>
        <pc:picChg chg="add mod ord modCrop">
          <ac:chgData name="Evan Friedman" userId="205a31bf-3e6e-4e31-ad8b-915d64c31d93" providerId="ADAL" clId="{6FD7E414-317F-414B-B741-F6920D8E27E0}" dt="2026-01-25T23:59:46.194" v="1444" actId="1076"/>
          <ac:picMkLst>
            <pc:docMk/>
            <pc:sldMk cId="736625682" sldId="257"/>
            <ac:picMk id="19" creationId="{99CA34F4-92BD-424A-DFD9-48ED9B5857ED}"/>
          </ac:picMkLst>
        </pc:picChg>
        <pc:picChg chg="add mod">
          <ac:chgData name="Evan Friedman" userId="205a31bf-3e6e-4e31-ad8b-915d64c31d93" providerId="ADAL" clId="{6FD7E414-317F-414B-B741-F6920D8E27E0}" dt="2026-01-25T23:16:47.481" v="565" actId="931"/>
          <ac:picMkLst>
            <pc:docMk/>
            <pc:sldMk cId="736625682" sldId="257"/>
            <ac:picMk id="23" creationId="{D3DD0BEB-09B7-DEB5-4DA5-D993684A95C2}"/>
          </ac:picMkLst>
        </pc:picChg>
        <pc:picChg chg="add del mod modCrop">
          <ac:chgData name="Evan Friedman" userId="205a31bf-3e6e-4e31-ad8b-915d64c31d93" providerId="ADAL" clId="{6FD7E414-317F-414B-B741-F6920D8E27E0}" dt="2026-01-25T23:50:54.215" v="1010" actId="478"/>
          <ac:picMkLst>
            <pc:docMk/>
            <pc:sldMk cId="736625682" sldId="257"/>
            <ac:picMk id="31" creationId="{28C22174-7647-4D26-5727-2627F818F125}"/>
          </ac:picMkLst>
        </pc:picChg>
        <pc:picChg chg="add del mod modCrop">
          <ac:chgData name="Evan Friedman" userId="205a31bf-3e6e-4e31-ad8b-915d64c31d93" providerId="ADAL" clId="{6FD7E414-317F-414B-B741-F6920D8E27E0}" dt="2026-01-25T23:49:19.958" v="991" actId="478"/>
          <ac:picMkLst>
            <pc:docMk/>
            <pc:sldMk cId="736625682" sldId="257"/>
            <ac:picMk id="54" creationId="{AAC41779-6FBB-4488-0DDD-B9C049B56BC9}"/>
          </ac:picMkLst>
        </pc:picChg>
        <pc:picChg chg="add del mod modCrop">
          <ac:chgData name="Evan Friedman" userId="205a31bf-3e6e-4e31-ad8b-915d64c31d93" providerId="ADAL" clId="{6FD7E414-317F-414B-B741-F6920D8E27E0}" dt="2026-01-25T23:52:44.153" v="1023" actId="478"/>
          <ac:picMkLst>
            <pc:docMk/>
            <pc:sldMk cId="736625682" sldId="257"/>
            <ac:picMk id="60" creationId="{C90C4060-E0E5-CA4F-CB34-500B13E23D3B}"/>
          </ac:picMkLst>
        </pc:picChg>
        <pc:picChg chg="add mod modCrop">
          <ac:chgData name="Evan Friedman" userId="205a31bf-3e6e-4e31-ad8b-915d64c31d93" providerId="ADAL" clId="{6FD7E414-317F-414B-B741-F6920D8E27E0}" dt="2026-01-26T00:34:22.151" v="2383" actId="1076"/>
          <ac:picMkLst>
            <pc:docMk/>
            <pc:sldMk cId="736625682" sldId="257"/>
            <ac:picMk id="62" creationId="{DD48E3A5-75D8-43C4-9D48-F1629483C2ED}"/>
          </ac:picMkLst>
        </pc:picChg>
        <pc:picChg chg="add mod modCrop">
          <ac:chgData name="Evan Friedman" userId="205a31bf-3e6e-4e31-ad8b-915d64c31d93" providerId="ADAL" clId="{6FD7E414-317F-414B-B741-F6920D8E27E0}" dt="2026-01-26T00:34:20.090" v="2382" actId="1076"/>
          <ac:picMkLst>
            <pc:docMk/>
            <pc:sldMk cId="736625682" sldId="257"/>
            <ac:picMk id="64" creationId="{43F38B5E-D692-B671-F3E0-97A517970CF4}"/>
          </ac:picMkLst>
        </pc:picChg>
      </pc:sldChg>
      <pc:sldChg chg="addSp delSp modSp new mod">
        <pc:chgData name="Evan Friedman" userId="205a31bf-3e6e-4e31-ad8b-915d64c31d93" providerId="ADAL" clId="{6FD7E414-317F-414B-B741-F6920D8E27E0}" dt="2026-01-26T00:39:52.506" v="2833" actId="1076"/>
        <pc:sldMkLst>
          <pc:docMk/>
          <pc:sldMk cId="418292621" sldId="258"/>
        </pc:sldMkLst>
        <pc:spChg chg="mod">
          <ac:chgData name="Evan Friedman" userId="205a31bf-3e6e-4e31-ad8b-915d64c31d93" providerId="ADAL" clId="{6FD7E414-317F-414B-B741-F6920D8E27E0}" dt="2026-01-26T00:17:10.034" v="1902" actId="113"/>
          <ac:spMkLst>
            <pc:docMk/>
            <pc:sldMk cId="418292621" sldId="258"/>
            <ac:spMk id="2" creationId="{F3DF4698-90EE-2D2B-B706-70294A3E172D}"/>
          </ac:spMkLst>
        </pc:spChg>
        <pc:spChg chg="del">
          <ac:chgData name="Evan Friedman" userId="205a31bf-3e6e-4e31-ad8b-915d64c31d93" providerId="ADAL" clId="{6FD7E414-317F-414B-B741-F6920D8E27E0}" dt="2026-01-26T00:05:40.361" v="1469" actId="3680"/>
          <ac:spMkLst>
            <pc:docMk/>
            <pc:sldMk cId="418292621" sldId="258"/>
            <ac:spMk id="3" creationId="{C3DC2292-F1F2-148B-CE99-BBFC483CCAA2}"/>
          </ac:spMkLst>
        </pc:spChg>
        <pc:spChg chg="add del mod">
          <ac:chgData name="Evan Friedman" userId="205a31bf-3e6e-4e31-ad8b-915d64c31d93" providerId="ADAL" clId="{6FD7E414-317F-414B-B741-F6920D8E27E0}" dt="2026-01-26T00:06:25.158" v="1475"/>
          <ac:spMkLst>
            <pc:docMk/>
            <pc:sldMk cId="418292621" sldId="258"/>
            <ac:spMk id="6" creationId="{0E608B6C-3B83-0759-78D4-2258905525F7}"/>
          </ac:spMkLst>
        </pc:spChg>
        <pc:spChg chg="add mod">
          <ac:chgData name="Evan Friedman" userId="205a31bf-3e6e-4e31-ad8b-915d64c31d93" providerId="ADAL" clId="{6FD7E414-317F-414B-B741-F6920D8E27E0}" dt="2026-01-26T00:17:18.723" v="1903" actId="115"/>
          <ac:spMkLst>
            <pc:docMk/>
            <pc:sldMk cId="418292621" sldId="258"/>
            <ac:spMk id="15" creationId="{F2BDE438-59DE-80AD-D294-5E7906C3F89B}"/>
          </ac:spMkLst>
        </pc:spChg>
        <pc:spChg chg="add mod">
          <ac:chgData name="Evan Friedman" userId="205a31bf-3e6e-4e31-ad8b-915d64c31d93" providerId="ADAL" clId="{6FD7E414-317F-414B-B741-F6920D8E27E0}" dt="2026-01-26T00:17:21.951" v="1904" actId="115"/>
          <ac:spMkLst>
            <pc:docMk/>
            <pc:sldMk cId="418292621" sldId="258"/>
            <ac:spMk id="16" creationId="{8F60C972-E786-9E89-B4DB-A71EA7B28098}"/>
          </ac:spMkLst>
        </pc:spChg>
        <pc:spChg chg="add del mod">
          <ac:chgData name="Evan Friedman" userId="205a31bf-3e6e-4e31-ad8b-915d64c31d93" providerId="ADAL" clId="{6FD7E414-317F-414B-B741-F6920D8E27E0}" dt="2026-01-26T00:17:24.142" v="1905" actId="115"/>
          <ac:spMkLst>
            <pc:docMk/>
            <pc:sldMk cId="418292621" sldId="258"/>
            <ac:spMk id="17" creationId="{5729AC34-5E77-045D-4810-E2E777E72BA0}"/>
          </ac:spMkLst>
        </pc:spChg>
        <pc:spChg chg="add mod">
          <ac:chgData name="Evan Friedman" userId="205a31bf-3e6e-4e31-ad8b-915d64c31d93" providerId="ADAL" clId="{6FD7E414-317F-414B-B741-F6920D8E27E0}" dt="2026-01-26T00:17:02.385" v="1901" actId="1076"/>
          <ac:spMkLst>
            <pc:docMk/>
            <pc:sldMk cId="418292621" sldId="258"/>
            <ac:spMk id="18" creationId="{5B3EB1FE-DE86-74F1-C81B-D0879D7DD317}"/>
          </ac:spMkLst>
        </pc:spChg>
        <pc:spChg chg="add del mod">
          <ac:chgData name="Evan Friedman" userId="205a31bf-3e6e-4e31-ad8b-915d64c31d93" providerId="ADAL" clId="{6FD7E414-317F-414B-B741-F6920D8E27E0}" dt="2026-01-26T00:20:28.428" v="1965" actId="3680"/>
          <ac:spMkLst>
            <pc:docMk/>
            <pc:sldMk cId="418292621" sldId="258"/>
            <ac:spMk id="20" creationId="{A5CD4C27-D9BC-89C0-64B3-BD9FC589475C}"/>
          </ac:spMkLst>
        </pc:spChg>
        <pc:spChg chg="add mod">
          <ac:chgData name="Evan Friedman" userId="205a31bf-3e6e-4e31-ad8b-915d64c31d93" providerId="ADAL" clId="{6FD7E414-317F-414B-B741-F6920D8E27E0}" dt="2026-01-26T00:20:48.991" v="1968"/>
          <ac:spMkLst>
            <pc:docMk/>
            <pc:sldMk cId="418292621" sldId="258"/>
            <ac:spMk id="22" creationId="{25E26FA6-6EA6-3BC3-5385-84C42729514F}"/>
          </ac:spMkLst>
        </pc:spChg>
        <pc:spChg chg="add mod">
          <ac:chgData name="Evan Friedman" userId="205a31bf-3e6e-4e31-ad8b-915d64c31d93" providerId="ADAL" clId="{6FD7E414-317F-414B-B741-F6920D8E27E0}" dt="2026-01-26T00:39:52.506" v="2833" actId="1076"/>
          <ac:spMkLst>
            <pc:docMk/>
            <pc:sldMk cId="418292621" sldId="258"/>
            <ac:spMk id="25" creationId="{DE6AFF52-178A-CB90-3975-8DE82029ECAC}"/>
          </ac:spMkLst>
        </pc:spChg>
        <pc:graphicFrameChg chg="add del mod ord modGraphic">
          <ac:chgData name="Evan Friedman" userId="205a31bf-3e6e-4e31-ad8b-915d64c31d93" providerId="ADAL" clId="{6FD7E414-317F-414B-B741-F6920D8E27E0}" dt="2026-01-26T00:20:12.496" v="1964" actId="478"/>
          <ac:graphicFrameMkLst>
            <pc:docMk/>
            <pc:sldMk cId="418292621" sldId="258"/>
            <ac:graphicFrameMk id="4" creationId="{9D2A9AC3-DDAE-3257-E212-54BEFA13E840}"/>
          </ac:graphicFrameMkLst>
        </pc:graphicFrameChg>
        <pc:graphicFrameChg chg="add mod">
          <ac:chgData name="Evan Friedman" userId="205a31bf-3e6e-4e31-ad8b-915d64c31d93" providerId="ADAL" clId="{6FD7E414-317F-414B-B741-F6920D8E27E0}" dt="2026-01-26T00:08:39.885" v="1537" actId="1076"/>
          <ac:graphicFrameMkLst>
            <pc:docMk/>
            <pc:sldMk cId="418292621" sldId="258"/>
            <ac:graphicFrameMk id="7" creationId="{E33AE658-C3A6-332B-E8A8-EEE6A8E37139}"/>
          </ac:graphicFrameMkLst>
        </pc:graphicFrameChg>
        <pc:graphicFrameChg chg="add mod modGraphic">
          <ac:chgData name="Evan Friedman" userId="205a31bf-3e6e-4e31-ad8b-915d64c31d93" providerId="ADAL" clId="{6FD7E414-317F-414B-B741-F6920D8E27E0}" dt="2026-01-26T00:08:40.273" v="1538" actId="1076"/>
          <ac:graphicFrameMkLst>
            <pc:docMk/>
            <pc:sldMk cId="418292621" sldId="258"/>
            <ac:graphicFrameMk id="8" creationId="{9475892D-7536-5109-1D9A-37E32E1B13C0}"/>
          </ac:graphicFrameMkLst>
        </pc:graphicFrameChg>
        <pc:graphicFrameChg chg="add mod">
          <ac:chgData name="Evan Friedman" userId="205a31bf-3e6e-4e31-ad8b-915d64c31d93" providerId="ADAL" clId="{6FD7E414-317F-414B-B741-F6920D8E27E0}" dt="2026-01-26T00:09:18.591" v="1551" actId="1076"/>
          <ac:graphicFrameMkLst>
            <pc:docMk/>
            <pc:sldMk cId="418292621" sldId="258"/>
            <ac:graphicFrameMk id="9" creationId="{0FA2F963-CE03-396F-BABA-94ED6CF0985A}"/>
          </ac:graphicFrameMkLst>
        </pc:graphicFrameChg>
        <pc:graphicFrameChg chg="add mod modGraphic">
          <ac:chgData name="Evan Friedman" userId="205a31bf-3e6e-4e31-ad8b-915d64c31d93" providerId="ADAL" clId="{6FD7E414-317F-414B-B741-F6920D8E27E0}" dt="2026-01-26T00:09:19.261" v="1553" actId="14734"/>
          <ac:graphicFrameMkLst>
            <pc:docMk/>
            <pc:sldMk cId="418292621" sldId="258"/>
            <ac:graphicFrameMk id="10" creationId="{3FD48486-A235-B3AA-B601-5ABE0A807AD2}"/>
          </ac:graphicFrameMkLst>
        </pc:graphicFrameChg>
        <pc:graphicFrameChg chg="add mod">
          <ac:chgData name="Evan Friedman" userId="205a31bf-3e6e-4e31-ad8b-915d64c31d93" providerId="ADAL" clId="{6FD7E414-317F-414B-B741-F6920D8E27E0}" dt="2026-01-26T00:09:32.833" v="1556"/>
          <ac:graphicFrameMkLst>
            <pc:docMk/>
            <pc:sldMk cId="418292621" sldId="258"/>
            <ac:graphicFrameMk id="11" creationId="{D138E686-85F9-76E9-DF84-AE39927453E4}"/>
          </ac:graphicFrameMkLst>
        </pc:graphicFrameChg>
        <pc:graphicFrameChg chg="add mod">
          <ac:chgData name="Evan Friedman" userId="205a31bf-3e6e-4e31-ad8b-915d64c31d93" providerId="ADAL" clId="{6FD7E414-317F-414B-B741-F6920D8E27E0}" dt="2026-01-26T00:09:33.349" v="1557"/>
          <ac:graphicFrameMkLst>
            <pc:docMk/>
            <pc:sldMk cId="418292621" sldId="258"/>
            <ac:graphicFrameMk id="12" creationId="{D903DE2A-80E9-6A58-88EE-35161D47DF06}"/>
          </ac:graphicFrameMkLst>
        </pc:graphicFrameChg>
        <pc:graphicFrameChg chg="add del mod modGraphic">
          <ac:chgData name="Evan Friedman" userId="205a31bf-3e6e-4e31-ad8b-915d64c31d93" providerId="ADAL" clId="{6FD7E414-317F-414B-B741-F6920D8E27E0}" dt="2026-01-26T00:20:12.496" v="1964" actId="478"/>
          <ac:graphicFrameMkLst>
            <pc:docMk/>
            <pc:sldMk cId="418292621" sldId="258"/>
            <ac:graphicFrameMk id="13" creationId="{5AD1FA34-D3EB-5624-8D43-2226903C43C3}"/>
          </ac:graphicFrameMkLst>
        </pc:graphicFrameChg>
        <pc:graphicFrameChg chg="add del mod modGraphic">
          <ac:chgData name="Evan Friedman" userId="205a31bf-3e6e-4e31-ad8b-915d64c31d93" providerId="ADAL" clId="{6FD7E414-317F-414B-B741-F6920D8E27E0}" dt="2026-01-26T00:20:12.496" v="1964" actId="478"/>
          <ac:graphicFrameMkLst>
            <pc:docMk/>
            <pc:sldMk cId="418292621" sldId="258"/>
            <ac:graphicFrameMk id="14" creationId="{0C368E3E-5598-B058-D302-AE7F95F06E10}"/>
          </ac:graphicFrameMkLst>
        </pc:graphicFrameChg>
        <pc:graphicFrameChg chg="add mod ord modGraphic">
          <ac:chgData name="Evan Friedman" userId="205a31bf-3e6e-4e31-ad8b-915d64c31d93" providerId="ADAL" clId="{6FD7E414-317F-414B-B741-F6920D8E27E0}" dt="2026-01-26T00:29:43.121" v="2225" actId="20577"/>
          <ac:graphicFrameMkLst>
            <pc:docMk/>
            <pc:sldMk cId="418292621" sldId="258"/>
            <ac:graphicFrameMk id="21" creationId="{F9C85DA3-DB0B-067F-9201-F41EB7C4AD8F}"/>
          </ac:graphicFrameMkLst>
        </pc:graphicFrameChg>
        <pc:graphicFrameChg chg="add mod modGraphic">
          <ac:chgData name="Evan Friedman" userId="205a31bf-3e6e-4e31-ad8b-915d64c31d93" providerId="ADAL" clId="{6FD7E414-317F-414B-B741-F6920D8E27E0}" dt="2026-01-26T00:31:08.738" v="2276" actId="20577"/>
          <ac:graphicFrameMkLst>
            <pc:docMk/>
            <pc:sldMk cId="418292621" sldId="258"/>
            <ac:graphicFrameMk id="23" creationId="{02C816BC-56CB-080D-9251-0F9996F1CD64}"/>
          </ac:graphicFrameMkLst>
        </pc:graphicFrameChg>
        <pc:graphicFrameChg chg="add mod modGraphic">
          <ac:chgData name="Evan Friedman" userId="205a31bf-3e6e-4e31-ad8b-915d64c31d93" providerId="ADAL" clId="{6FD7E414-317F-414B-B741-F6920D8E27E0}" dt="2026-01-26T00:33:55.364" v="2378" actId="20577"/>
          <ac:graphicFrameMkLst>
            <pc:docMk/>
            <pc:sldMk cId="418292621" sldId="258"/>
            <ac:graphicFrameMk id="24" creationId="{7DC670B9-B041-C638-E779-2C16B080EBAE}"/>
          </ac:graphicFrameMkLst>
        </pc:graphicFrameChg>
      </pc:sldChg>
      <pc:sldChg chg="addSp delSp modSp new mod setBg">
        <pc:chgData name="Evan Friedman" userId="205a31bf-3e6e-4e31-ad8b-915d64c31d93" providerId="ADAL" clId="{6FD7E414-317F-414B-B741-F6920D8E27E0}" dt="2026-01-26T01:19:38.150" v="3837" actId="20577"/>
        <pc:sldMkLst>
          <pc:docMk/>
          <pc:sldMk cId="3094258104" sldId="259"/>
        </pc:sldMkLst>
        <pc:spChg chg="mod">
          <ac:chgData name="Evan Friedman" userId="205a31bf-3e6e-4e31-ad8b-915d64c31d93" providerId="ADAL" clId="{6FD7E414-317F-414B-B741-F6920D8E27E0}" dt="2026-01-26T01:06:56.671" v="3368" actId="1076"/>
          <ac:spMkLst>
            <pc:docMk/>
            <pc:sldMk cId="3094258104" sldId="259"/>
            <ac:spMk id="2" creationId="{17D853CE-637A-965C-C839-B3A2C762F715}"/>
          </ac:spMkLst>
        </pc:spChg>
        <pc:spChg chg="del">
          <ac:chgData name="Evan Friedman" userId="205a31bf-3e6e-4e31-ad8b-915d64c31d93" providerId="ADAL" clId="{6FD7E414-317F-414B-B741-F6920D8E27E0}" dt="2026-01-26T00:43:30.823" v="2834" actId="931"/>
          <ac:spMkLst>
            <pc:docMk/>
            <pc:sldMk cId="3094258104" sldId="259"/>
            <ac:spMk id="3" creationId="{D61E9195-1F5F-A018-BD09-52C9FAA1C7D4}"/>
          </ac:spMkLst>
        </pc:spChg>
        <pc:spChg chg="add del">
          <ac:chgData name="Evan Friedman" userId="205a31bf-3e6e-4e31-ad8b-915d64c31d93" providerId="ADAL" clId="{6FD7E414-317F-414B-B741-F6920D8E27E0}" dt="2026-01-26T00:45:56.409" v="2842" actId="26606"/>
          <ac:spMkLst>
            <pc:docMk/>
            <pc:sldMk cId="3094258104" sldId="259"/>
            <ac:spMk id="9" creationId="{C12E706E-0466-C2DF-D9DA-50FA59A17848}"/>
          </ac:spMkLst>
        </pc:spChg>
        <pc:spChg chg="add del">
          <ac:chgData name="Evan Friedman" userId="205a31bf-3e6e-4e31-ad8b-915d64c31d93" providerId="ADAL" clId="{6FD7E414-317F-414B-B741-F6920D8E27E0}" dt="2026-01-26T00:59:43.521" v="2846" actId="26606"/>
          <ac:spMkLst>
            <pc:docMk/>
            <pc:sldMk cId="3094258104" sldId="259"/>
            <ac:spMk id="10" creationId="{C4879EFC-8E62-4E00-973C-C45EE9EC676D}"/>
          </ac:spMkLst>
        </pc:spChg>
        <pc:spChg chg="add del">
          <ac:chgData name="Evan Friedman" userId="205a31bf-3e6e-4e31-ad8b-915d64c31d93" providerId="ADAL" clId="{6FD7E414-317F-414B-B741-F6920D8E27E0}" dt="2026-01-26T00:59:43.521" v="2846" actId="26606"/>
          <ac:spMkLst>
            <pc:docMk/>
            <pc:sldMk cId="3094258104" sldId="259"/>
            <ac:spMk id="11" creationId="{D6A9C53F-5F90-40A5-8C85-5412D39C8C68}"/>
          </ac:spMkLst>
        </pc:spChg>
        <pc:spChg chg="add del">
          <ac:chgData name="Evan Friedman" userId="205a31bf-3e6e-4e31-ad8b-915d64c31d93" providerId="ADAL" clId="{6FD7E414-317F-414B-B741-F6920D8E27E0}" dt="2026-01-26T00:45:56.409" v="2842" actId="26606"/>
          <ac:spMkLst>
            <pc:docMk/>
            <pc:sldMk cId="3094258104" sldId="259"/>
            <ac:spMk id="12" creationId="{F13C74B1-5B17-4795-BED0-7140497B445A}"/>
          </ac:spMkLst>
        </pc:spChg>
        <pc:spChg chg="add del">
          <ac:chgData name="Evan Friedman" userId="205a31bf-3e6e-4e31-ad8b-915d64c31d93" providerId="ADAL" clId="{6FD7E414-317F-414B-B741-F6920D8E27E0}" dt="2026-01-26T00:45:56.409" v="2842" actId="26606"/>
          <ac:spMkLst>
            <pc:docMk/>
            <pc:sldMk cId="3094258104" sldId="259"/>
            <ac:spMk id="14" creationId="{D4974D33-8DC5-464E-8C6D-BE58F0669C17}"/>
          </ac:spMkLst>
        </pc:spChg>
        <pc:spChg chg="add mod">
          <ac:chgData name="Evan Friedman" userId="205a31bf-3e6e-4e31-ad8b-915d64c31d93" providerId="ADAL" clId="{6FD7E414-317F-414B-B741-F6920D8E27E0}" dt="2026-01-26T01:13:54.405" v="3633" actId="1076"/>
          <ac:spMkLst>
            <pc:docMk/>
            <pc:sldMk cId="3094258104" sldId="259"/>
            <ac:spMk id="17" creationId="{796B68D2-4884-1EDC-7F5D-CE1B171D7C88}"/>
          </ac:spMkLst>
        </pc:spChg>
        <pc:spChg chg="add mod">
          <ac:chgData name="Evan Friedman" userId="205a31bf-3e6e-4e31-ad8b-915d64c31d93" providerId="ADAL" clId="{6FD7E414-317F-414B-B741-F6920D8E27E0}" dt="2026-01-26T01:19:38.150" v="3837" actId="20577"/>
          <ac:spMkLst>
            <pc:docMk/>
            <pc:sldMk cId="3094258104" sldId="259"/>
            <ac:spMk id="18" creationId="{9AC352B3-4C20-BE4D-70E3-DE1AF321BC40}"/>
          </ac:spMkLst>
        </pc:spChg>
        <pc:picChg chg="add mod">
          <ac:chgData name="Evan Friedman" userId="205a31bf-3e6e-4e31-ad8b-915d64c31d93" providerId="ADAL" clId="{6FD7E414-317F-414B-B741-F6920D8E27E0}" dt="2026-01-26T01:13:28.595" v="3627" actId="1076"/>
          <ac:picMkLst>
            <pc:docMk/>
            <pc:sldMk cId="3094258104" sldId="259"/>
            <ac:picMk id="5" creationId="{4E4739E0-39EF-F73E-9296-72D4C0B07287}"/>
          </ac:picMkLst>
        </pc:picChg>
        <pc:picChg chg="add del mod">
          <ac:chgData name="Evan Friedman" userId="205a31bf-3e6e-4e31-ad8b-915d64c31d93" providerId="ADAL" clId="{6FD7E414-317F-414B-B741-F6920D8E27E0}" dt="2026-01-26T01:00:40.817" v="2851" actId="478"/>
          <ac:picMkLst>
            <pc:docMk/>
            <pc:sldMk cId="3094258104" sldId="259"/>
            <ac:picMk id="7" creationId="{3E6A4D05-629B-43F4-BB1A-53CCE4FF5109}"/>
          </ac:picMkLst>
        </pc:picChg>
        <pc:picChg chg="add del mod">
          <ac:chgData name="Evan Friedman" userId="205a31bf-3e6e-4e31-ad8b-915d64c31d93" providerId="ADAL" clId="{6FD7E414-317F-414B-B741-F6920D8E27E0}" dt="2026-01-26T01:02:07.691" v="2857" actId="478"/>
          <ac:picMkLst>
            <pc:docMk/>
            <pc:sldMk cId="3094258104" sldId="259"/>
            <ac:picMk id="13" creationId="{F847618C-B526-8B05-F096-3BBF90A50095}"/>
          </ac:picMkLst>
        </pc:picChg>
        <pc:picChg chg="add mod">
          <ac:chgData name="Evan Friedman" userId="205a31bf-3e6e-4e31-ad8b-915d64c31d93" providerId="ADAL" clId="{6FD7E414-317F-414B-B741-F6920D8E27E0}" dt="2026-01-26T01:13:50.058" v="3632" actId="14100"/>
          <ac:picMkLst>
            <pc:docMk/>
            <pc:sldMk cId="3094258104" sldId="259"/>
            <ac:picMk id="16" creationId="{DD480980-A160-5103-585E-15A8FE23347E}"/>
          </ac:picMkLst>
        </pc:picChg>
      </pc:sldChg>
      <pc:sldChg chg="new del">
        <pc:chgData name="Evan Friedman" userId="205a31bf-3e6e-4e31-ad8b-915d64c31d93" providerId="ADAL" clId="{6FD7E414-317F-414B-B741-F6920D8E27E0}" dt="2026-01-25T23:08:47.352" v="298" actId="680"/>
        <pc:sldMkLst>
          <pc:docMk/>
          <pc:sldMk cId="39606969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630F-B6EB-82FD-164F-32B061D3A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8457B-2278-3DEB-3383-25F28ADC9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617A7-6B1F-AC56-6492-8749D14B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5342D-E4D5-81B9-79D5-E7A93106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AFB49-608F-09A5-E0BA-A36F0E30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5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87E0-1E3B-7A86-8DFC-F4B533CD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A6DD8-7CA2-9E78-9FE0-B3E39BD0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E273-7DF3-E134-5271-2C29C766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6810C-4710-279F-8968-912C67B8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77D66-E7F1-09A2-FD66-376D9F8C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3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880-5A5E-2FC6-B4C9-93BE5083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E3F7-C68B-9351-4B2B-E283A1176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0450-9456-99CE-066C-8B6BB1CE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1C734-4642-169B-9EC2-153CCFD6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2F4E0-4C3D-1AC3-897F-20E12E4D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6512-6DAD-B7F7-4611-0E326C55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B6C07-8423-17CD-9432-62EA2DA42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E342D-C960-4185-A9C6-8B0D4764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32B3D-DF04-C35D-7317-96CA3EB6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B490C-12DD-EEB6-7F6B-2A606D82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21548-4FB6-9F03-EF8D-983C863B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3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F386-5502-7526-90E4-CDB844A5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1983C-E1AD-DCB0-0505-ACD05BBA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7F881-6DE2-3B8A-9C7F-11B74BAA1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891A0-11F0-BCB0-7603-92492BE3D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602371-8159-BF27-B787-5F47E552E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BE3CF-73D1-C7DF-A045-717E5A1A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A1A76-5AC6-41C2-4435-E4773082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08A59-B598-6F5F-666F-9034D9C3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7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F388-34B5-B2A0-12AB-212150D7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F8945-F47C-CABA-36B0-F374048E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62E05-3F1C-FDB1-A40D-134C1943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CC863-9E42-400E-FBC3-8B8127B5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1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CBBD7C-28CB-9D39-3FC3-BCDF426B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8BC02-825A-5B17-AD0B-FE0F36D2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116A-6704-83A4-E908-24E0C4AE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2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73E1-7ED0-14A6-97BD-251C7FC6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F2B1-3DF3-12ED-624B-E5502F98A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3F4E4-45A1-F7D5-30D1-FBBB3DA2C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61CA7-A05B-B0B9-B142-E759769F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5321A-4E09-E788-FE45-43578497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FB363-9492-2105-C166-4F19359C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9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532A-4FBA-D4E1-FBE8-08050B73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A6529-CBD1-BBE5-830C-7D6CC1292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8593-B5FE-F982-CB3C-88A674F49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9E0F7-B7DE-9438-2C27-D236E8D4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D3D34-E8FD-8E06-EC2A-AFA893AD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BE651-CA22-1BAE-72E5-5A859181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9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110-BD95-CF06-AEE4-B568CC19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EED98-2E03-8384-FB9B-44000B87E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A1C3D-6D9C-30E4-2207-A23D4369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96687-041F-681D-7B2D-00A3646A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2FD7A-3373-FD98-F852-33107AA3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5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4AB75-52FE-4A30-608D-B0D62E097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02CD3-CB75-B9E3-DA21-A44A89021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6EE6-B775-D2F1-2774-26E5131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4235D-2C9D-603B-498E-669AB301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175C1-AB61-BBE6-9A8E-F153813E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7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C18C1-265D-FE3D-67F6-A3AC211C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7C444-1458-A22B-7513-5D29ADA26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BF187-6D8C-7922-69F1-3B702FDAC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A53BF-AC1A-4678-B402-6E872A6C581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8A3D-EA6E-DD6D-6C47-DA0B2F14B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16572-E8E7-B48E-89F5-840C1C0F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AE896-BBB1-443C-8282-9C54450C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9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9C509D2-0C1A-47B8-89C1-D3AB17D45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A5881-EB71-CF38-D107-CF657D7A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206" y="54426"/>
            <a:ext cx="4753535" cy="16724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Initial Data Exploration:</a:t>
            </a:r>
            <a:br>
              <a:rPr lang="en-US" sz="3600" b="1" kern="1200" dirty="0"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latin typeface="+mj-lt"/>
                <a:ea typeface="+mj-ea"/>
                <a:cs typeface="+mj-cs"/>
              </a:rPr>
              <a:t>What are Our Fans Purchasing and </a:t>
            </a:r>
            <a:r>
              <a:rPr lang="en-US" sz="3600" b="1" dirty="0"/>
              <a:t>How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19" name="Picture 18" descr="The image is a bar chart showing the number of plans sold, categorized by type (7500 - Type of Plan) and season (2019-20, 2021-22, 2022-23, 2023-24, 2024-25), with the data for 10-game and full season plans being zero.&#10;&#10;AI-generated content may be incorrect.">
            <a:extLst>
              <a:ext uri="{FF2B5EF4-FFF2-40B4-BE49-F238E27FC236}">
                <a16:creationId xmlns:a16="http://schemas.microsoft.com/office/drawing/2014/main" id="{99CA34F4-92BD-424A-DFD9-48ED9B585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" r="-1107" b="-3"/>
          <a:stretch>
            <a:fillRect/>
          </a:stretch>
        </p:blipFill>
        <p:spPr>
          <a:xfrm>
            <a:off x="7731347" y="1726925"/>
            <a:ext cx="3678052" cy="363782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9B60FFA-8B96-30E2-99B6-3A2C29A9DFB3}"/>
              </a:ext>
            </a:extLst>
          </p:cNvPr>
          <p:cNvSpPr txBox="1"/>
          <p:nvPr/>
        </p:nvSpPr>
        <p:spPr>
          <a:xfrm>
            <a:off x="4430055" y="551536"/>
            <a:ext cx="24976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Season Ticket Plans sold to corporate partners and personal purchases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Nearly ¼ of plans purchased through a broker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8C88F7-DE13-90BA-3322-236CAE8C9B4E}"/>
              </a:ext>
            </a:extLst>
          </p:cNvPr>
          <p:cNvSpPr txBox="1"/>
          <p:nvPr/>
        </p:nvSpPr>
        <p:spPr>
          <a:xfrm>
            <a:off x="-1" y="3867727"/>
            <a:ext cx="270028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Nearly equal split in source of ticket purchase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Suggests that marketing team does not excel in one specific area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pic>
        <p:nvPicPr>
          <p:cNvPr id="62" name="Picture 61" descr="The image depicts a pie chart showing the distribution of sales by referral source, with Inside Sales accounting for 25.35% and Social Media for 24.51%.&#10;&#10;AI-generated content may be incorrect.">
            <a:extLst>
              <a:ext uri="{FF2B5EF4-FFF2-40B4-BE49-F238E27FC236}">
                <a16:creationId xmlns:a16="http://schemas.microsoft.com/office/drawing/2014/main" id="{DD48E3A5-75D8-43C4-9D48-F1629483C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4" r="10071" b="5990"/>
          <a:stretch>
            <a:fillRect/>
          </a:stretch>
        </p:blipFill>
        <p:spPr>
          <a:xfrm>
            <a:off x="3003003" y="3545836"/>
            <a:ext cx="3841032" cy="2812604"/>
          </a:xfrm>
          <a:prstGeom prst="rect">
            <a:avLst/>
          </a:prstGeom>
        </p:spPr>
      </p:pic>
      <p:pic>
        <p:nvPicPr>
          <p:cNvPr id="64" name="Picture 63" descr="The image depicts a pie chart illustrating the distribution of plans sold, with the largest portion being by account holders (35.1%), followed by sponsors (30%), personal (39.2%), brokers (3.0%), and the smallest portion being unspecified (40,000).&#10;&#10;AI-generated content may be incorrect.">
            <a:extLst>
              <a:ext uri="{FF2B5EF4-FFF2-40B4-BE49-F238E27FC236}">
                <a16:creationId xmlns:a16="http://schemas.microsoft.com/office/drawing/2014/main" id="{43F38B5E-D692-B671-F3E0-97A517970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1" r="10353" b="7245"/>
          <a:stretch>
            <a:fillRect/>
          </a:stretch>
        </p:blipFill>
        <p:spPr>
          <a:xfrm>
            <a:off x="566927" y="445799"/>
            <a:ext cx="3566115" cy="269105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2B95FC5F-3F32-406D-91DD-10B0AF5FE350}"/>
              </a:ext>
            </a:extLst>
          </p:cNvPr>
          <p:cNvSpPr txBox="1"/>
          <p:nvPr/>
        </p:nvSpPr>
        <p:spPr>
          <a:xfrm>
            <a:off x="7063605" y="5406609"/>
            <a:ext cx="5187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Little to no variation across seasons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Bulk of ticket plans are Full Season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No trends suggesting Half-Season/10 Game plans are increasing in popularity</a:t>
            </a:r>
          </a:p>
        </p:txBody>
      </p:sp>
    </p:spTree>
    <p:extLst>
      <p:ext uri="{BB962C8B-B14F-4D97-AF65-F5344CB8AC3E}">
        <p14:creationId xmlns:p14="http://schemas.microsoft.com/office/powerpoint/2010/main" val="73662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4698-90EE-2D2B-B706-70294A3E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Seating Selection:</a:t>
            </a:r>
            <a:br>
              <a:rPr lang="en-US" b="1" dirty="0"/>
            </a:br>
            <a:r>
              <a:rPr lang="en-US" sz="2800" b="1" dirty="0"/>
              <a:t>Where are Our Fans Sitting and What are They Paying?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DE438-59DE-80AD-D294-5E7906C3F89B}"/>
              </a:ext>
            </a:extLst>
          </p:cNvPr>
          <p:cNvSpPr txBox="1"/>
          <p:nvPr/>
        </p:nvSpPr>
        <p:spPr>
          <a:xfrm>
            <a:off x="1643749" y="2478024"/>
            <a:ext cx="126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Floor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0C972-E786-9E89-B4DB-A71EA7B28098}"/>
              </a:ext>
            </a:extLst>
          </p:cNvPr>
          <p:cNvSpPr txBox="1"/>
          <p:nvPr/>
        </p:nvSpPr>
        <p:spPr>
          <a:xfrm>
            <a:off x="5464417" y="2478024"/>
            <a:ext cx="132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Lower Bowl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9AC34-5E77-045D-4810-E2E777E72BA0}"/>
              </a:ext>
            </a:extLst>
          </p:cNvPr>
          <p:cNvSpPr txBox="1"/>
          <p:nvPr/>
        </p:nvSpPr>
        <p:spPr>
          <a:xfrm>
            <a:off x="9285085" y="2478024"/>
            <a:ext cx="1336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Upper Bowl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3EB1FE-DE86-74F1-C81B-D0879D7DD317}"/>
              </a:ext>
            </a:extLst>
          </p:cNvPr>
          <p:cNvSpPr txBox="1"/>
          <p:nvPr/>
        </p:nvSpPr>
        <p:spPr>
          <a:xfrm>
            <a:off x="4183810" y="1741033"/>
            <a:ext cx="3824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Top-Profiting Sections by Arena Level</a:t>
            </a:r>
          </a:p>
          <a:p>
            <a:pPr algn="ctr"/>
            <a:r>
              <a:rPr lang="en-US" dirty="0"/>
              <a:t>(On Average)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F9C85DA3-DB0B-067F-9201-F41EB7C4A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498237"/>
              </p:ext>
            </p:extLst>
          </p:nvPr>
        </p:nvGraphicFramePr>
        <p:xfrm>
          <a:off x="256032" y="3007429"/>
          <a:ext cx="366260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521">
                  <a:extLst>
                    <a:ext uri="{9D8B030D-6E8A-4147-A177-3AD203B41FA5}">
                      <a16:colId xmlns:a16="http://schemas.microsoft.com/office/drawing/2014/main" val="2539279227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2558748239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1672026364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2194053585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387489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Subsection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Avg.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Plans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Total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28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$1,803.65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$77,557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12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$1,565.27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$76,698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23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$1,579.62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$71,083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28664"/>
                  </a:ext>
                </a:extLst>
              </a:tr>
            </a:tbl>
          </a:graphicData>
        </a:graphic>
      </p:graphicFrame>
      <p:graphicFrame>
        <p:nvGraphicFramePr>
          <p:cNvPr id="23" name="Content Placeholder 20">
            <a:extLst>
              <a:ext uri="{FF2B5EF4-FFF2-40B4-BE49-F238E27FC236}">
                <a16:creationId xmlns:a16="http://schemas.microsoft.com/office/drawing/2014/main" id="{02C816BC-56CB-080D-9251-0F9996F1CD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096337"/>
              </p:ext>
            </p:extLst>
          </p:nvPr>
        </p:nvGraphicFramePr>
        <p:xfrm>
          <a:off x="4288536" y="3006482"/>
          <a:ext cx="356130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261">
                  <a:extLst>
                    <a:ext uri="{9D8B030D-6E8A-4147-A177-3AD203B41FA5}">
                      <a16:colId xmlns:a16="http://schemas.microsoft.com/office/drawing/2014/main" val="2539279227"/>
                    </a:ext>
                  </a:extLst>
                </a:gridCol>
                <a:gridCol w="712261">
                  <a:extLst>
                    <a:ext uri="{9D8B030D-6E8A-4147-A177-3AD203B41FA5}">
                      <a16:colId xmlns:a16="http://schemas.microsoft.com/office/drawing/2014/main" val="2558748239"/>
                    </a:ext>
                  </a:extLst>
                </a:gridCol>
                <a:gridCol w="712261">
                  <a:extLst>
                    <a:ext uri="{9D8B030D-6E8A-4147-A177-3AD203B41FA5}">
                      <a16:colId xmlns:a16="http://schemas.microsoft.com/office/drawing/2014/main" val="1672026364"/>
                    </a:ext>
                  </a:extLst>
                </a:gridCol>
                <a:gridCol w="712261">
                  <a:extLst>
                    <a:ext uri="{9D8B030D-6E8A-4147-A177-3AD203B41FA5}">
                      <a16:colId xmlns:a16="http://schemas.microsoft.com/office/drawing/2014/main" val="2194053585"/>
                    </a:ext>
                  </a:extLst>
                </a:gridCol>
                <a:gridCol w="712261">
                  <a:extLst>
                    <a:ext uri="{9D8B030D-6E8A-4147-A177-3AD203B41FA5}">
                      <a16:colId xmlns:a16="http://schemas.microsoft.com/office/drawing/2014/main" val="387489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Subsection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Avg.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Plans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Total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28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$304.55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$247,910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12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$300.37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$245,406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23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$303.60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$244,094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28664"/>
                  </a:ext>
                </a:extLst>
              </a:tr>
            </a:tbl>
          </a:graphicData>
        </a:graphic>
      </p:graphicFrame>
      <p:graphicFrame>
        <p:nvGraphicFramePr>
          <p:cNvPr id="24" name="Content Placeholder 20">
            <a:extLst>
              <a:ext uri="{FF2B5EF4-FFF2-40B4-BE49-F238E27FC236}">
                <a16:creationId xmlns:a16="http://schemas.microsoft.com/office/drawing/2014/main" id="{7DC670B9-B041-C638-E779-2C16B080E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7888347"/>
              </p:ext>
            </p:extLst>
          </p:nvPr>
        </p:nvGraphicFramePr>
        <p:xfrm>
          <a:off x="8214521" y="3006482"/>
          <a:ext cx="35613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262">
                  <a:extLst>
                    <a:ext uri="{9D8B030D-6E8A-4147-A177-3AD203B41FA5}">
                      <a16:colId xmlns:a16="http://schemas.microsoft.com/office/drawing/2014/main" val="2539279227"/>
                    </a:ext>
                  </a:extLst>
                </a:gridCol>
                <a:gridCol w="712262">
                  <a:extLst>
                    <a:ext uri="{9D8B030D-6E8A-4147-A177-3AD203B41FA5}">
                      <a16:colId xmlns:a16="http://schemas.microsoft.com/office/drawing/2014/main" val="2558748239"/>
                    </a:ext>
                  </a:extLst>
                </a:gridCol>
                <a:gridCol w="712262">
                  <a:extLst>
                    <a:ext uri="{9D8B030D-6E8A-4147-A177-3AD203B41FA5}">
                      <a16:colId xmlns:a16="http://schemas.microsoft.com/office/drawing/2014/main" val="1672026364"/>
                    </a:ext>
                  </a:extLst>
                </a:gridCol>
                <a:gridCol w="712262">
                  <a:extLst>
                    <a:ext uri="{9D8B030D-6E8A-4147-A177-3AD203B41FA5}">
                      <a16:colId xmlns:a16="http://schemas.microsoft.com/office/drawing/2014/main" val="2194053585"/>
                    </a:ext>
                  </a:extLst>
                </a:gridCol>
                <a:gridCol w="712262">
                  <a:extLst>
                    <a:ext uri="{9D8B030D-6E8A-4147-A177-3AD203B41FA5}">
                      <a16:colId xmlns:a16="http://schemas.microsoft.com/office/drawing/2014/main" val="387489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Subsection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Avg.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Plans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dirty="0"/>
                        <a:t>Total 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28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$80.52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1,068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$85,998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12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$78.93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1,076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$84,926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23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Sideline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$79.55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1,052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$83,686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2866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E6AFF52-178A-CB90-3975-8DE82029ECAC}"/>
              </a:ext>
            </a:extLst>
          </p:cNvPr>
          <p:cNvSpPr txBox="1"/>
          <p:nvPr/>
        </p:nvSpPr>
        <p:spPr>
          <a:xfrm>
            <a:off x="2530212" y="4648968"/>
            <a:ext cx="70779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Takeaways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 preference for seats on sidelines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bowl much larger source of income than other areas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Mixture of quality + 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much variation regarding top selling sections in upper bowl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priced and selling at similar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9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53CE-637A-965C-C839-B3A2C762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13491" y="1800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Buyer Behavior</a:t>
            </a:r>
            <a:br>
              <a:rPr lang="en-US" dirty="0"/>
            </a:br>
            <a:r>
              <a:rPr lang="en-US" sz="2800" dirty="0"/>
              <a:t>What are Our Fans Doing with their Tickets?</a:t>
            </a:r>
          </a:p>
        </p:txBody>
      </p:sp>
      <p:pic>
        <p:nvPicPr>
          <p:cNvPr id="5" name="Content Placeholder 4" descr="The diagram displays a trend in ticket usage over time, showing an average number of games attended, games forwarded, and games resold, with a percentage of games unused, plotted against years tenured.&#10;&#10;AI-generated content may be incorrect.">
            <a:extLst>
              <a:ext uri="{FF2B5EF4-FFF2-40B4-BE49-F238E27FC236}">
                <a16:creationId xmlns:a16="http://schemas.microsoft.com/office/drawing/2014/main" id="{4E4739E0-39EF-F73E-9296-72D4C0B07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878" y="2107406"/>
            <a:ext cx="4570526" cy="4570526"/>
          </a:xfrm>
        </p:spPr>
      </p:pic>
      <p:pic>
        <p:nvPicPr>
          <p:cNvPr id="16" name="Picture 15" descr="The image is a pie chart illustrating the distribution of different types of account holders in terms of their involvement in ticketing activities, such as buying, forwarding, reselling, and unused games.&#10;&#10;AI-generated content may be incorrect.">
            <a:extLst>
              <a:ext uri="{FF2B5EF4-FFF2-40B4-BE49-F238E27FC236}">
                <a16:creationId xmlns:a16="http://schemas.microsoft.com/office/drawing/2014/main" id="{DD480980-A160-5103-585E-15A8FE233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20" y="1505631"/>
            <a:ext cx="5230380" cy="32325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6B68D2-4884-1EDC-7F5D-CE1B171D7C88}"/>
              </a:ext>
            </a:extLst>
          </p:cNvPr>
          <p:cNvSpPr txBox="1"/>
          <p:nvPr/>
        </p:nvSpPr>
        <p:spPr>
          <a:xfrm>
            <a:off x="1159378" y="4826675"/>
            <a:ext cx="4503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Corporate, Personal, and Sponsor breakdown all very similar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Broker resells most games, but # of games unused stays the same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Fan behavior is similar regardless of who is buying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352B3-4C20-BE4D-70E3-DE1AF321BC40}"/>
              </a:ext>
            </a:extLst>
          </p:cNvPr>
          <p:cNvSpPr txBox="1"/>
          <p:nvPr/>
        </p:nvSpPr>
        <p:spPr>
          <a:xfrm>
            <a:off x="7087471" y="249573"/>
            <a:ext cx="46442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Abnormal variation as tenure increases for Attended and Resold games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Slight trend suggests longer tenured customers attending less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Unused and Forwarded games behavior stays consistent </a:t>
            </a:r>
          </a:p>
        </p:txBody>
      </p:sp>
    </p:spTree>
    <p:extLst>
      <p:ext uri="{BB962C8B-B14F-4D97-AF65-F5344CB8AC3E}">
        <p14:creationId xmlns:p14="http://schemas.microsoft.com/office/powerpoint/2010/main" val="309425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306</Words>
  <Application>Microsoft Office PowerPoint</Application>
  <PresentationFormat>Widescreen</PresentationFormat>
  <Paragraphs>91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Initial Data Exploration: What are Our Fans Purchasing and How?</vt:lpstr>
      <vt:lpstr>Seating Selection: Where are Our Fans Sitting and What are They Paying?</vt:lpstr>
      <vt:lpstr>Buyer Behavior What are Our Fans Doing with their Tickets?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Friedman</dc:creator>
  <cp:lastModifiedBy>Evan Friedman</cp:lastModifiedBy>
  <cp:revision>1</cp:revision>
  <dcterms:created xsi:type="dcterms:W3CDTF">2026-01-22T20:34:34Z</dcterms:created>
  <dcterms:modified xsi:type="dcterms:W3CDTF">2026-01-26T01:21:22Z</dcterms:modified>
</cp:coreProperties>
</file>